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72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3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60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2898" y="474"/>
      </p:cViewPr>
      <p:guideLst>
        <p:guide orient="horz" pos="2381"/>
        <p:guide pos="336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921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225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423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518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432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642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771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148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996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85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02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B9F22-6F9F-4AD8-9E46-613D831AE2A1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0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4" y="-163"/>
            <a:ext cx="10693741" cy="7559999"/>
          </a:xfrm>
          <a:prstGeom prst="rect">
            <a:avLst/>
          </a:prstGeom>
        </p:spPr>
      </p:pic>
      <p:grpSp>
        <p:nvGrpSpPr>
          <p:cNvPr id="11" name="그룹 10"/>
          <p:cNvGrpSpPr/>
          <p:nvPr/>
        </p:nvGrpSpPr>
        <p:grpSpPr>
          <a:xfrm>
            <a:off x="3066440" y="6096000"/>
            <a:ext cx="4558933" cy="1104900"/>
            <a:chOff x="2756267" y="6096000"/>
            <a:chExt cx="4558933" cy="1104900"/>
          </a:xfrm>
        </p:grpSpPr>
        <p:sp>
          <p:nvSpPr>
            <p:cNvPr id="5" name="직사각형 4"/>
            <p:cNvSpPr/>
            <p:nvPr/>
          </p:nvSpPr>
          <p:spPr>
            <a:xfrm>
              <a:off x="2756267" y="6096000"/>
              <a:ext cx="4558933" cy="1104900"/>
            </a:xfrm>
            <a:prstGeom prst="rect">
              <a:avLst/>
            </a:prstGeom>
            <a:noFill/>
            <a:ln w="15875">
              <a:solidFill>
                <a:srgbClr val="0066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본인은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상기의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‘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윤리강령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’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내용을 확인하였으며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,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이를 준수할 것을 다짐합니다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.</a:t>
              </a:r>
            </a:p>
            <a:p>
              <a:pPr algn="ctr">
                <a:spcBef>
                  <a:spcPts val="500"/>
                </a:spcBef>
                <a:spcAft>
                  <a:spcPts val="1000"/>
                </a:spcAft>
              </a:pP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2026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년 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05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월</a:t>
              </a:r>
              <a:endParaRPr lang="en-US" altLang="ko-KR" sz="700" b="1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r>
                <a:rPr lang="ko-KR" altLang="en-US" sz="1100" dirty="0" err="1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직원번호</a:t>
              </a:r>
              <a:r>
                <a:rPr lang="ko-KR" altLang="en-US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</a:t>
              </a:r>
              <a:r>
                <a:rPr lang="en-US" altLang="ko-KR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: 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D123456      </a:t>
              </a:r>
              <a:r>
                <a:rPr lang="en-US" altLang="ko-KR" sz="1100" b="1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   </a:t>
              </a:r>
              <a:r>
                <a:rPr lang="ko-KR" altLang="en-US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서명 </a:t>
              </a:r>
              <a:r>
                <a:rPr lang="en-US" altLang="ko-KR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: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홍길동</a:t>
              </a:r>
              <a:endParaRPr lang="en-US" altLang="ko-KR" sz="1100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endParaRPr lang="en-US" altLang="ko-KR" sz="1100" b="1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r>
                <a:rPr lang="en-US" altLang="ko-KR" sz="1100" b="1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                  </a:t>
              </a:r>
              <a:endParaRPr lang="ko-KR" altLang="en-US" sz="1100" b="1" dirty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4548291" y="6903720"/>
              <a:ext cx="974884" cy="2362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서명합니다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832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4" y="518"/>
            <a:ext cx="10693741" cy="7559999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3066440" y="6096000"/>
            <a:ext cx="4558933" cy="1104900"/>
            <a:chOff x="2756267" y="6096000"/>
            <a:chExt cx="4558933" cy="1104900"/>
          </a:xfrm>
        </p:grpSpPr>
        <p:sp>
          <p:nvSpPr>
            <p:cNvPr id="6" name="직사각형 5"/>
            <p:cNvSpPr/>
            <p:nvPr/>
          </p:nvSpPr>
          <p:spPr>
            <a:xfrm>
              <a:off x="2756267" y="6096000"/>
              <a:ext cx="4558933" cy="1104900"/>
            </a:xfrm>
            <a:prstGeom prst="rect">
              <a:avLst/>
            </a:prstGeom>
            <a:noFill/>
            <a:ln w="15875">
              <a:solidFill>
                <a:srgbClr val="0066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본인은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상기의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‘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윤리강령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’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내용을 확인하였으며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,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이를 준수할 것을 다짐합니다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.</a:t>
              </a:r>
            </a:p>
            <a:p>
              <a:pPr algn="ctr">
                <a:spcBef>
                  <a:spcPts val="500"/>
                </a:spcBef>
                <a:spcAft>
                  <a:spcPts val="1000"/>
                </a:spcAft>
              </a:pP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2026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년 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05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월</a:t>
              </a:r>
              <a:endParaRPr lang="en-US" altLang="ko-KR" sz="700" b="1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r>
                <a:rPr lang="ko-KR" altLang="en-US" sz="1100" dirty="0" err="1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직원번호</a:t>
              </a:r>
              <a:r>
                <a:rPr lang="ko-KR" altLang="en-US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</a:t>
              </a:r>
              <a:r>
                <a:rPr lang="en-US" altLang="ko-KR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: 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D123456      </a:t>
              </a:r>
              <a:r>
                <a:rPr lang="en-US" altLang="ko-KR" sz="1100" b="1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   </a:t>
              </a:r>
              <a:r>
                <a:rPr lang="ko-KR" altLang="en-US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서명 </a:t>
              </a:r>
              <a:r>
                <a:rPr lang="en-US" altLang="ko-KR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: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홍길동</a:t>
              </a:r>
              <a:endParaRPr lang="en-US" altLang="ko-KR" sz="1100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endParaRPr lang="en-US" altLang="ko-KR" sz="1100" b="1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r>
                <a:rPr lang="en-US" altLang="ko-KR" sz="1100" b="1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                  </a:t>
              </a:r>
              <a:endParaRPr lang="ko-KR" altLang="en-US" sz="1100" b="1" dirty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548291" y="6903720"/>
              <a:ext cx="974884" cy="2362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서명합니다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3021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4" y="518"/>
            <a:ext cx="10693741" cy="7559999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3066440" y="6096000"/>
            <a:ext cx="4558933" cy="1104900"/>
            <a:chOff x="2756267" y="6096000"/>
            <a:chExt cx="4558933" cy="1104900"/>
          </a:xfrm>
        </p:grpSpPr>
        <p:sp>
          <p:nvSpPr>
            <p:cNvPr id="4" name="직사각형 3"/>
            <p:cNvSpPr/>
            <p:nvPr/>
          </p:nvSpPr>
          <p:spPr>
            <a:xfrm>
              <a:off x="2756267" y="6096000"/>
              <a:ext cx="4558933" cy="1104900"/>
            </a:xfrm>
            <a:prstGeom prst="rect">
              <a:avLst/>
            </a:prstGeom>
            <a:noFill/>
            <a:ln w="15875">
              <a:solidFill>
                <a:srgbClr val="0066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본인은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상기의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‘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윤리강령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’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내용을 확인하였으며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,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이를 준수할 것을 다짐합니다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.</a:t>
              </a:r>
            </a:p>
            <a:p>
              <a:pPr algn="ctr">
                <a:spcBef>
                  <a:spcPts val="500"/>
                </a:spcBef>
                <a:spcAft>
                  <a:spcPts val="1000"/>
                </a:spcAft>
              </a:pP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2026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년 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05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월</a:t>
              </a:r>
              <a:endParaRPr lang="en-US" altLang="ko-KR" sz="700" b="1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r>
                <a:rPr lang="ko-KR" altLang="en-US" sz="1100" dirty="0" err="1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직원번호</a:t>
              </a:r>
              <a:r>
                <a:rPr lang="ko-KR" altLang="en-US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</a:t>
              </a:r>
              <a:r>
                <a:rPr lang="en-US" altLang="ko-KR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: 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D123456      </a:t>
              </a:r>
              <a:r>
                <a:rPr lang="en-US" altLang="ko-KR" sz="1100" b="1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   </a:t>
              </a:r>
              <a:r>
                <a:rPr lang="ko-KR" altLang="en-US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서명 </a:t>
              </a:r>
              <a:r>
                <a:rPr lang="en-US" altLang="ko-KR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: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홍길동</a:t>
              </a:r>
              <a:endParaRPr lang="en-US" altLang="ko-KR" sz="1100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endParaRPr lang="en-US" altLang="ko-KR" sz="1100" b="1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r>
                <a:rPr lang="en-US" altLang="ko-KR" sz="1100" b="1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                  </a:t>
              </a:r>
              <a:endParaRPr lang="ko-KR" altLang="en-US" sz="1100" b="1" dirty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4548291" y="6903720"/>
              <a:ext cx="974884" cy="2362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서명합니다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8085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4" y="518"/>
            <a:ext cx="10693740" cy="7559999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3066440" y="6096000"/>
            <a:ext cx="4558933" cy="1104900"/>
            <a:chOff x="2756267" y="6096000"/>
            <a:chExt cx="4558933" cy="1104900"/>
          </a:xfrm>
        </p:grpSpPr>
        <p:sp>
          <p:nvSpPr>
            <p:cNvPr id="4" name="직사각형 3"/>
            <p:cNvSpPr/>
            <p:nvPr/>
          </p:nvSpPr>
          <p:spPr>
            <a:xfrm>
              <a:off x="2756267" y="6096000"/>
              <a:ext cx="4558933" cy="1104900"/>
            </a:xfrm>
            <a:prstGeom prst="rect">
              <a:avLst/>
            </a:prstGeom>
            <a:noFill/>
            <a:ln w="15875">
              <a:solidFill>
                <a:srgbClr val="0066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본인은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상기의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‘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윤리강령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’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내용을 확인하였으며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,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이를 준수할 것을 다짐합니다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.</a:t>
              </a:r>
            </a:p>
            <a:p>
              <a:pPr algn="ctr">
                <a:spcBef>
                  <a:spcPts val="500"/>
                </a:spcBef>
                <a:spcAft>
                  <a:spcPts val="1000"/>
                </a:spcAft>
              </a:pP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2026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년 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05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월</a:t>
              </a:r>
              <a:endParaRPr lang="en-US" altLang="ko-KR" sz="700" b="1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r>
                <a:rPr lang="ko-KR" altLang="en-US" sz="1100" dirty="0" err="1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직원번호</a:t>
              </a:r>
              <a:r>
                <a:rPr lang="ko-KR" altLang="en-US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</a:t>
              </a:r>
              <a:r>
                <a:rPr lang="en-US" altLang="ko-KR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: 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D123456      </a:t>
              </a:r>
              <a:r>
                <a:rPr lang="en-US" altLang="ko-KR" sz="1100" b="1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   </a:t>
              </a:r>
              <a:r>
                <a:rPr lang="ko-KR" altLang="en-US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서명 </a:t>
              </a:r>
              <a:r>
                <a:rPr lang="en-US" altLang="ko-KR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: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홍길동</a:t>
              </a:r>
              <a:endParaRPr lang="en-US" altLang="ko-KR" sz="1100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endParaRPr lang="en-US" altLang="ko-KR" sz="1100" b="1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r>
                <a:rPr lang="en-US" altLang="ko-KR" sz="1100" b="1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                  </a:t>
              </a:r>
              <a:endParaRPr lang="ko-KR" altLang="en-US" sz="1100" b="1" dirty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4548291" y="6903720"/>
              <a:ext cx="974884" cy="2362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서명합니다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724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4" y="518"/>
            <a:ext cx="10693740" cy="7559998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3066440" y="6096000"/>
            <a:ext cx="4558933" cy="1104900"/>
            <a:chOff x="2756267" y="6096000"/>
            <a:chExt cx="4558933" cy="1104900"/>
          </a:xfrm>
        </p:grpSpPr>
        <p:sp>
          <p:nvSpPr>
            <p:cNvPr id="4" name="직사각형 3"/>
            <p:cNvSpPr/>
            <p:nvPr/>
          </p:nvSpPr>
          <p:spPr>
            <a:xfrm>
              <a:off x="2756267" y="6096000"/>
              <a:ext cx="4558933" cy="1104900"/>
            </a:xfrm>
            <a:prstGeom prst="rect">
              <a:avLst/>
            </a:prstGeom>
            <a:noFill/>
            <a:ln w="15875">
              <a:solidFill>
                <a:srgbClr val="0066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본인은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상기의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‘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윤리강령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’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내용을 확인하였으며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,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이를 준수할 것을 다짐합니다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.</a:t>
              </a:r>
            </a:p>
            <a:p>
              <a:pPr algn="ctr">
                <a:spcBef>
                  <a:spcPts val="500"/>
                </a:spcBef>
                <a:spcAft>
                  <a:spcPts val="1000"/>
                </a:spcAft>
              </a:pP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2026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년 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05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월</a:t>
              </a:r>
              <a:endParaRPr lang="en-US" altLang="ko-KR" sz="700" b="1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r>
                <a:rPr lang="ko-KR" altLang="en-US" sz="1100" dirty="0" err="1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직원번호</a:t>
              </a:r>
              <a:r>
                <a:rPr lang="ko-KR" altLang="en-US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</a:t>
              </a:r>
              <a:r>
                <a:rPr lang="en-US" altLang="ko-KR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: 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D123456      </a:t>
              </a:r>
              <a:r>
                <a:rPr lang="en-US" altLang="ko-KR" sz="1100" b="1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   </a:t>
              </a:r>
              <a:r>
                <a:rPr lang="ko-KR" altLang="en-US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서명 </a:t>
              </a:r>
              <a:r>
                <a:rPr lang="en-US" altLang="ko-KR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: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홍길동</a:t>
              </a:r>
              <a:endParaRPr lang="en-US" altLang="ko-KR" sz="1100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endParaRPr lang="en-US" altLang="ko-KR" sz="1100" b="1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r>
                <a:rPr lang="en-US" altLang="ko-KR" sz="1100" b="1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                  </a:t>
              </a:r>
              <a:endParaRPr lang="ko-KR" altLang="en-US" sz="1100" b="1" dirty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4548291" y="6903720"/>
              <a:ext cx="974884" cy="2362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서명합니다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191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4" y="518"/>
            <a:ext cx="10693739" cy="7559998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3066440" y="6096000"/>
            <a:ext cx="4558933" cy="1104900"/>
            <a:chOff x="2756267" y="6096000"/>
            <a:chExt cx="4558933" cy="1104900"/>
          </a:xfrm>
        </p:grpSpPr>
        <p:sp>
          <p:nvSpPr>
            <p:cNvPr id="4" name="직사각형 3"/>
            <p:cNvSpPr/>
            <p:nvPr/>
          </p:nvSpPr>
          <p:spPr>
            <a:xfrm>
              <a:off x="2756267" y="6096000"/>
              <a:ext cx="4558933" cy="1104900"/>
            </a:xfrm>
            <a:prstGeom prst="rect">
              <a:avLst/>
            </a:prstGeom>
            <a:noFill/>
            <a:ln w="15875">
              <a:solidFill>
                <a:srgbClr val="0066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본인은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상기의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‘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윤리강령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’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내용을 확인하였으며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,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이를 준수할 것을 다짐합니다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.</a:t>
              </a:r>
            </a:p>
            <a:p>
              <a:pPr algn="ctr">
                <a:spcBef>
                  <a:spcPts val="500"/>
                </a:spcBef>
                <a:spcAft>
                  <a:spcPts val="1000"/>
                </a:spcAft>
              </a:pP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2026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년 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05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월</a:t>
              </a:r>
              <a:endParaRPr lang="en-US" altLang="ko-KR" sz="700" b="1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r>
                <a:rPr lang="ko-KR" altLang="en-US" sz="1100" dirty="0" err="1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직원번호</a:t>
              </a:r>
              <a:r>
                <a:rPr lang="ko-KR" altLang="en-US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 </a:t>
              </a:r>
              <a:r>
                <a:rPr lang="en-US" altLang="ko-KR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: </a:t>
              </a:r>
              <a:r>
                <a:rPr lang="en-US" altLang="ko-KR" sz="1100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D123456      </a:t>
              </a:r>
              <a:r>
                <a:rPr lang="en-US" altLang="ko-KR" sz="1100" b="1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   </a:t>
              </a:r>
              <a:r>
                <a:rPr lang="ko-KR" altLang="en-US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서명 </a:t>
              </a:r>
              <a:r>
                <a:rPr lang="en-US" altLang="ko-KR" sz="1100" dirty="0">
                  <a:solidFill>
                    <a:srgbClr val="0066FF"/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: </a:t>
              </a:r>
              <a:r>
                <a:rPr lang="ko-KR" altLang="en-US" sz="1100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홍길동</a:t>
              </a:r>
              <a:endParaRPr lang="en-US" altLang="ko-KR" sz="1100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endParaRPr lang="en-US" altLang="ko-KR" sz="1100" b="1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  <a:p>
              <a:pPr algn="ctr"/>
              <a:r>
                <a:rPr lang="en-US" altLang="ko-KR" sz="1100" b="1" dirty="0" smtClean="0">
                  <a:solidFill>
                    <a:srgbClr val="0066FF"/>
                  </a:solidFill>
                  <a:latin typeface="KB금융 제목체 Light" panose="020B0303000000000000" pitchFamily="50" charset="-127"/>
                  <a:ea typeface="KB금융 제목체 Light" panose="020B0303000000000000" pitchFamily="50" charset="-127"/>
                </a:rPr>
                <a:t>                  </a:t>
              </a:r>
              <a:endParaRPr lang="ko-KR" altLang="en-US" sz="1100" b="1" dirty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4548291" y="6903720"/>
              <a:ext cx="974884" cy="2362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B금융 본문체 Bold" panose="020B0803000000000000" pitchFamily="50" charset="-127"/>
                  <a:ea typeface="KB금융 본문체 Bold" panose="020B0803000000000000" pitchFamily="50" charset="-127"/>
                </a:rPr>
                <a:t>서명합니다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721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4" y="518"/>
            <a:ext cx="10693739" cy="7559997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5692611" y="5880821"/>
            <a:ext cx="4558933" cy="1104900"/>
          </a:xfrm>
          <a:prstGeom prst="rect">
            <a:avLst/>
          </a:prstGeom>
          <a:noFill/>
          <a:ln w="15875">
            <a:solidFill>
              <a:srgbClr val="0066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본인은</a:t>
            </a:r>
            <a:r>
              <a:rPr lang="en-US" altLang="ko-KR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 </a:t>
            </a:r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상기의</a:t>
            </a:r>
            <a:r>
              <a:rPr lang="en-US" altLang="ko-KR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 ‘</a:t>
            </a:r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윤리강령</a:t>
            </a:r>
            <a:r>
              <a:rPr lang="en-US" altLang="ko-KR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’ </a:t>
            </a:r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내용을 확인하였으며</a:t>
            </a:r>
            <a:r>
              <a:rPr lang="en-US" altLang="ko-KR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, </a:t>
            </a:r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이를 준수할 것을 다짐합니다</a:t>
            </a:r>
            <a:r>
              <a:rPr lang="en-US" altLang="ko-KR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.</a:t>
            </a:r>
          </a:p>
          <a:p>
            <a:pPr>
              <a:spcBef>
                <a:spcPts val="500"/>
              </a:spcBef>
              <a:spcAft>
                <a:spcPts val="1000"/>
              </a:spcAft>
            </a:pPr>
            <a:r>
              <a:rPr lang="en-US" altLang="ko-KR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2026</a:t>
            </a:r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년 </a:t>
            </a:r>
            <a:r>
              <a:rPr lang="en-US" altLang="ko-KR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05</a:t>
            </a:r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월</a:t>
            </a:r>
            <a:endParaRPr lang="en-US" altLang="ko-KR" sz="700" b="1" dirty="0" smtClean="0">
              <a:solidFill>
                <a:srgbClr val="0066FF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  <a:p>
            <a:r>
              <a:rPr lang="ko-KR" altLang="en-US" sz="1100" dirty="0" err="1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직원번호</a:t>
            </a:r>
            <a:r>
              <a:rPr lang="ko-KR" altLang="en-US" sz="1100" dirty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 </a:t>
            </a:r>
            <a:r>
              <a:rPr lang="en-US" altLang="ko-KR" sz="1100" dirty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: </a:t>
            </a:r>
            <a:r>
              <a:rPr lang="en-US" altLang="ko-KR" sz="1100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D123456      </a:t>
            </a:r>
            <a:r>
              <a:rPr lang="en-US" altLang="ko-KR" sz="1100" b="1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   </a:t>
            </a:r>
            <a:r>
              <a:rPr lang="ko-KR" altLang="en-US" sz="1100" dirty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서명 </a:t>
            </a:r>
            <a:r>
              <a:rPr lang="en-US" altLang="ko-KR" sz="1100" dirty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: </a:t>
            </a:r>
            <a:r>
              <a:rPr lang="ko-KR" altLang="en-US" sz="1100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홍길동</a:t>
            </a:r>
            <a:endParaRPr lang="en-US" altLang="ko-KR" sz="1100" dirty="0" smtClean="0">
              <a:solidFill>
                <a:srgbClr val="0066FF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  <a:p>
            <a:endParaRPr lang="en-US" altLang="ko-KR" sz="1100" b="1" dirty="0" smtClean="0">
              <a:solidFill>
                <a:srgbClr val="0066FF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  <a:p>
            <a:r>
              <a:rPr lang="en-US" altLang="ko-KR" sz="1100" b="1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                  </a:t>
            </a:r>
            <a:endParaRPr lang="ko-KR" altLang="en-US" sz="1100" b="1" dirty="0">
              <a:solidFill>
                <a:srgbClr val="0066FF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102311" y="6688541"/>
            <a:ext cx="974884" cy="236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서명합니다</a:t>
            </a:r>
          </a:p>
        </p:txBody>
      </p:sp>
    </p:spTree>
    <p:extLst>
      <p:ext uri="{BB962C8B-B14F-4D97-AF65-F5344CB8AC3E}">
        <p14:creationId xmlns:p14="http://schemas.microsoft.com/office/powerpoint/2010/main" val="32457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3" y="518"/>
            <a:ext cx="10693737" cy="755999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692611" y="5880821"/>
            <a:ext cx="4558933" cy="1104900"/>
          </a:xfrm>
          <a:prstGeom prst="rect">
            <a:avLst/>
          </a:prstGeom>
          <a:noFill/>
          <a:ln w="15875">
            <a:solidFill>
              <a:srgbClr val="0066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본인은</a:t>
            </a:r>
            <a:r>
              <a:rPr lang="en-US" altLang="ko-KR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 </a:t>
            </a:r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상기의</a:t>
            </a:r>
            <a:r>
              <a:rPr lang="en-US" altLang="ko-KR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 ‘</a:t>
            </a:r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윤리강령</a:t>
            </a:r>
            <a:r>
              <a:rPr lang="en-US" altLang="ko-KR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’ </a:t>
            </a:r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내용을 확인하였으며</a:t>
            </a:r>
            <a:r>
              <a:rPr lang="en-US" altLang="ko-KR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, </a:t>
            </a:r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이를 준수할 것을 다짐합니다</a:t>
            </a:r>
            <a:r>
              <a:rPr lang="en-US" altLang="ko-KR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.</a:t>
            </a:r>
          </a:p>
          <a:p>
            <a:pPr>
              <a:spcBef>
                <a:spcPts val="500"/>
              </a:spcBef>
              <a:spcAft>
                <a:spcPts val="1000"/>
              </a:spcAft>
            </a:pPr>
            <a:r>
              <a:rPr lang="en-US" altLang="ko-KR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2026</a:t>
            </a:r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년 </a:t>
            </a:r>
            <a:r>
              <a:rPr lang="en-US" altLang="ko-KR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05</a:t>
            </a:r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월</a:t>
            </a:r>
            <a:endParaRPr lang="en-US" altLang="ko-KR" sz="700" b="1" dirty="0" smtClean="0">
              <a:solidFill>
                <a:srgbClr val="0066FF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  <a:p>
            <a:r>
              <a:rPr lang="ko-KR" altLang="en-US" sz="1100" dirty="0" err="1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직원번호</a:t>
            </a:r>
            <a:r>
              <a:rPr lang="ko-KR" altLang="en-US" sz="1100" dirty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 </a:t>
            </a:r>
            <a:r>
              <a:rPr lang="en-US" altLang="ko-KR" sz="1100" dirty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: </a:t>
            </a:r>
            <a:r>
              <a:rPr lang="en-US" altLang="ko-KR" sz="1100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D123456      </a:t>
            </a:r>
            <a:r>
              <a:rPr lang="en-US" altLang="ko-KR" sz="1100" b="1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   </a:t>
            </a:r>
            <a:r>
              <a:rPr lang="ko-KR" altLang="en-US" sz="1100" dirty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서명 </a:t>
            </a:r>
            <a:r>
              <a:rPr lang="en-US" altLang="ko-KR" sz="1100" dirty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: </a:t>
            </a:r>
            <a:r>
              <a:rPr lang="ko-KR" altLang="en-US" sz="1100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홍길동</a:t>
            </a:r>
            <a:endParaRPr lang="en-US" altLang="ko-KR" sz="1100" dirty="0" smtClean="0">
              <a:solidFill>
                <a:srgbClr val="0066FF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  <a:p>
            <a:endParaRPr lang="en-US" altLang="ko-KR" sz="1100" b="1" dirty="0" smtClean="0">
              <a:solidFill>
                <a:srgbClr val="0066FF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  <a:p>
            <a:r>
              <a:rPr lang="en-US" altLang="ko-KR" sz="1100" b="1" dirty="0" smtClean="0">
                <a:solidFill>
                  <a:srgbClr val="0066FF"/>
                </a:solidFill>
                <a:latin typeface="KB금융 제목체 Light" panose="020B0303000000000000" pitchFamily="50" charset="-127"/>
                <a:ea typeface="KB금융 제목체 Light" panose="020B0303000000000000" pitchFamily="50" charset="-127"/>
              </a:rPr>
              <a:t>                  </a:t>
            </a:r>
            <a:endParaRPr lang="ko-KR" altLang="en-US" sz="1100" b="1" dirty="0">
              <a:solidFill>
                <a:srgbClr val="0066FF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102311" y="6688541"/>
            <a:ext cx="974884" cy="236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서명합니다</a:t>
            </a:r>
          </a:p>
        </p:txBody>
      </p:sp>
    </p:spTree>
    <p:extLst>
      <p:ext uri="{BB962C8B-B14F-4D97-AF65-F5344CB8AC3E}">
        <p14:creationId xmlns:p14="http://schemas.microsoft.com/office/powerpoint/2010/main" val="1140820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</TotalTime>
  <Words>200</Words>
  <Application>Microsoft Office PowerPoint</Application>
  <PresentationFormat>사용자 지정</PresentationFormat>
  <Paragraphs>48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KB금융 본문체 Bold</vt:lpstr>
      <vt:lpstr>KB금융 제목체 Light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KBDS</dc:creator>
  <cp:lastModifiedBy>KBDS</cp:lastModifiedBy>
  <cp:revision>14</cp:revision>
  <dcterms:created xsi:type="dcterms:W3CDTF">2026-05-28T05:51:27Z</dcterms:created>
  <dcterms:modified xsi:type="dcterms:W3CDTF">2026-05-28T08:06:56Z</dcterms:modified>
</cp:coreProperties>
</file>