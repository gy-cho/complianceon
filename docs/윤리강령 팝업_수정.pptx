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72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 userDrawn="1">
          <p15:clr>
            <a:srgbClr val="A4A3A4"/>
          </p15:clr>
        </p15:guide>
        <p15:guide id="2" pos="3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60" autoAdjust="0"/>
    <p:restoredTop sz="94660"/>
  </p:normalViewPr>
  <p:slideViewPr>
    <p:cSldViewPr snapToGrid="0" showGuides="1">
      <p:cViewPr varScale="1">
        <p:scale>
          <a:sx n="140" d="100"/>
          <a:sy n="140" d="100"/>
        </p:scale>
        <p:origin x="2406" y="126"/>
      </p:cViewPr>
      <p:guideLst>
        <p:guide orient="horz" pos="2381"/>
        <p:guide pos="33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92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822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742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51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432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36428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67710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148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3996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851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025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9B9F22-6F9F-4AD8-9E46-613D831AE2A1}" type="datetimeFigureOut">
              <a:rPr lang="ko-KR" altLang="en-US" smtClean="0"/>
              <a:t>2026-06-05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3EFBC-7533-47FA-9D8F-DB26D3A466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07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007943" rtl="0" eaLnBrk="1" latinLnBrk="1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1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1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-163"/>
            <a:ext cx="10693740" cy="7559999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832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40" cy="7559999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3021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40" cy="7559999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88085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39" cy="755999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77245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4" y="518"/>
            <a:ext cx="10693739" cy="75599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3191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" y="518"/>
            <a:ext cx="10693737" cy="75599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7216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" y="518"/>
            <a:ext cx="10693737" cy="755999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574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63" y="518"/>
            <a:ext cx="10693737" cy="7559996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8938677" y="6777587"/>
            <a:ext cx="1075077" cy="315272"/>
          </a:xfrm>
          <a:prstGeom prst="rect">
            <a:avLst/>
          </a:prstGeom>
          <a:noFill/>
          <a:ln w="15875">
            <a:solidFill>
              <a:srgbClr val="0066F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 smtClean="0">
                <a:solidFill>
                  <a:srgbClr val="0066FF"/>
                </a:solidFill>
                <a:latin typeface="KB금융 본문체 Bold" panose="020B0803000000000000" pitchFamily="50" charset="-127"/>
                <a:ea typeface="KB금융 본문체 Bold" panose="020B0803000000000000" pitchFamily="50" charset="-127"/>
              </a:rPr>
              <a:t>확인 </a:t>
            </a:r>
            <a:endParaRPr lang="ko-KR" altLang="en-US" sz="1100" b="1" dirty="0">
              <a:solidFill>
                <a:srgbClr val="0066FF"/>
              </a:solidFill>
              <a:latin typeface="KB금융 제목체 Light" panose="020B0303000000000000" pitchFamily="50" charset="-127"/>
              <a:ea typeface="KB금융 제목체 Light" panose="020B03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40820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191</TotalTime>
  <Words>8</Words>
  <Application>Microsoft Office PowerPoint</Application>
  <PresentationFormat>사용자 지정</PresentationFormat>
  <Paragraphs>8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KB금융 본문체 Bold</vt:lpstr>
      <vt:lpstr>KB금융 제목체 Light</vt:lpstr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KBDS</dc:creator>
  <cp:lastModifiedBy>KBDS</cp:lastModifiedBy>
  <cp:revision>29</cp:revision>
  <dcterms:created xsi:type="dcterms:W3CDTF">2026-05-28T05:51:27Z</dcterms:created>
  <dcterms:modified xsi:type="dcterms:W3CDTF">2026-06-05T08:58:51Z</dcterms:modified>
</cp:coreProperties>
</file>